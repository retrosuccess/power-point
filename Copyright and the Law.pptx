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B24BE3-5749-4BBB-9133-D398EDA908DB}" type="datetimeFigureOut">
              <a:rPr lang="en-ZA" smtClean="0"/>
              <a:t>2024/08/21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FF9387-BFC2-4ADD-B88B-8F4B9F7125C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87402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77D68E7-8AC7-4ED7-85DD-60F7C8339A3A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459523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39A05-66C3-4903-8BEA-3B4734C9DA6E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515472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01190-26E4-4397-911B-BF80D6594C2E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00461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B200D-022D-4773-A2D3-D00BC0EB9437}" type="datetime1">
              <a:rPr lang="en-ZA" smtClean="0"/>
              <a:t>2024/08/21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21321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F4240-078E-450F-9DF6-F579B09DA513}" type="datetime1">
              <a:rPr lang="en-ZA" smtClean="0"/>
              <a:t>2024/08/21</a:t>
            </a:fld>
            <a:endParaRPr lang="en-Z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59842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1F7FF4-AE85-49D9-9EB6-A5BDE019F3F1}" type="datetime1">
              <a:rPr lang="en-ZA" smtClean="0"/>
              <a:t>2024/08/21</a:t>
            </a:fld>
            <a:endParaRPr lang="en-Z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14885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6753-402B-4F45-88F1-18D2E58E285D}" type="datetime1">
              <a:rPr lang="en-ZA" smtClean="0"/>
              <a:t>2024/08/21</a:t>
            </a:fld>
            <a:endParaRPr lang="en-Z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5589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2B7-7428-4C05-BAE0-1360E3B3537E}" type="datetime1">
              <a:rPr lang="en-ZA" smtClean="0"/>
              <a:t>2024/08/21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870012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7D402-885E-41D2-8A2B-C8318B3EA7AA}" type="datetime1">
              <a:rPr lang="en-ZA" smtClean="0"/>
              <a:t>2024/08/21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61419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C37FB-E0E7-4C83-80FE-2331FB757A39}" type="datetime1">
              <a:rPr lang="en-ZA" smtClean="0"/>
              <a:t>2024/08/21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29569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80212-EFF4-4B0C-A31C-85F6C33EA700}" type="datetime1">
              <a:rPr lang="en-ZA" smtClean="0"/>
              <a:t>2024/08/21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446526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D101A-64F2-4CCA-8F15-C6E7E58AC379}" type="datetime1">
              <a:rPr lang="en-ZA" smtClean="0"/>
              <a:t>2024/08/21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579114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D60F9-15BD-4D67-B5B4-962A401A9D93}" type="datetime1">
              <a:rPr lang="en-ZA" smtClean="0"/>
              <a:t>2024/08/21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249966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B68-4761-4677-BDCA-ABBC3BCF5E2C}" type="datetime1">
              <a:rPr lang="en-ZA" smtClean="0"/>
              <a:t>2024/08/21</a:t>
            </a:fld>
            <a:endParaRPr lang="en-Z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27356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F50843-9817-4C4C-939C-6079425FC3E2}" type="datetime1">
              <a:rPr lang="en-ZA" smtClean="0"/>
              <a:t>2024/08/21</a:t>
            </a:fld>
            <a:endParaRPr lang="en-Z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056977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E65CE-BEEF-49F4-8A52-911C75ED5857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459996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612C4-42FB-4F2C-8342-FF9F2A4EDF3E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77314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0537E-6A60-4F0E-921F-C8654AEC3A0F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ZA"/>
              <a:t>402111834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C103DE-3426-4F4F-9F20-341400554F6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690722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40A1-3947-4607-8F14-8BA667B990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Britannic Bold" panose="020B0903060703020204" pitchFamily="34" charset="0"/>
              </a:rPr>
              <a:t>Copyright and the Law</a:t>
            </a:r>
            <a:endParaRPr lang="en-ZA" dirty="0">
              <a:latin typeface="Britannic Bold" panose="020B0903060703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194492-2FB5-4587-B590-796C30304A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AB4ED-2B56-4CC0-A4D6-C9EBE3C69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48317-9315-4675-A191-CE1914A7792E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8AEF8-C04D-4D4C-A38A-717080D0F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3DE71-E9AF-47C5-8767-0976A8EF3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1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71950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19FC3-6479-4F5D-BF29-B2DF8B3DE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9600" y="365125"/>
            <a:ext cx="9474199" cy="1325563"/>
          </a:xfrm>
        </p:spPr>
        <p:txBody>
          <a:bodyPr>
            <a:normAutofit/>
          </a:bodyPr>
          <a:lstStyle/>
          <a:p>
            <a:r>
              <a:rPr lang="en-US" sz="6000" b="1" dirty="0"/>
              <a:t>Definition</a:t>
            </a:r>
            <a:endParaRPr lang="en-ZA" sz="6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18599-9515-4F6B-B997-06272D31F1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7867" y="1834092"/>
            <a:ext cx="8619067" cy="4351338"/>
          </a:xfrm>
        </p:spPr>
        <p:txBody>
          <a:bodyPr>
            <a:norm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4000" dirty="0"/>
              <a:t>A copyright provides to written or artistic work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000" dirty="0"/>
              <a:t>Protected work may include: poetry, novels, songs </a:t>
            </a:r>
            <a:endParaRPr lang="en-ZA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CDB6A-EE34-4ED3-9CEF-63E7F0F7A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9364C-7037-4FC7-857B-B788869ADE33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8A5F60-2F98-46E8-BD7E-CEC0C7149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3310B-C469-4922-BC68-9BC2A4055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2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36023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343ED-232B-428F-AC05-F2D68ECB3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ZA" sz="6000" b="1" dirty="0"/>
              <a:t>Exclusive Rights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BCC88-D9E9-4DAA-B632-65B6F26877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575800" cy="4351338"/>
          </a:xfrm>
        </p:spPr>
        <p:txBody>
          <a:bodyPr>
            <a:normAutofit/>
          </a:bodyPr>
          <a:lstStyle/>
          <a:p>
            <a:r>
              <a:rPr lang="en-US" sz="4000" dirty="0"/>
              <a:t>A copyright gives the author exclusive rights to the use and duplication of work for a designated time </a:t>
            </a:r>
          </a:p>
          <a:p>
            <a:r>
              <a:rPr lang="en-US" sz="4000" dirty="0"/>
              <a:t>The Author may sell and or give up a portion of that right</a:t>
            </a:r>
            <a:endParaRPr lang="en-ZA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7C805-EEE9-4787-BFE6-07114D7A5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52FEC-AEFA-408C-8F86-9B384DBAED43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C4C0E-1FE0-4021-9C11-BE1EBCEFC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4CC81-6E29-457D-8143-5503F5457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3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11183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1E6EE-DED3-4A4F-ACFA-F20733716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34" y="348191"/>
            <a:ext cx="10515600" cy="1325563"/>
          </a:xfrm>
        </p:spPr>
        <p:txBody>
          <a:bodyPr>
            <a:normAutofit/>
          </a:bodyPr>
          <a:lstStyle/>
          <a:p>
            <a:r>
              <a:rPr lang="en-ZA" sz="6000" b="1" dirty="0"/>
              <a:t>Conveying Limited Rights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3E03C-32FC-4AE7-BA74-2221FCD44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3733" y="1757892"/>
            <a:ext cx="6222999" cy="4351338"/>
          </a:xfrm>
        </p:spPr>
        <p:txBody>
          <a:bodyPr>
            <a:normAutofit/>
          </a:bodyPr>
          <a:lstStyle/>
          <a:p>
            <a:r>
              <a:rPr lang="en-US" sz="4000" dirty="0"/>
              <a:t>Software developers convey limited rights to the software through – End User License Agreement</a:t>
            </a:r>
            <a:endParaRPr lang="en-ZA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7E641-72D8-4A7E-9277-6AD10C80A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F0767-AE30-4901-A87B-B2F91403C9B1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F75168-FB81-4F9E-ABAF-39A9D2BA5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A8493-383A-425E-AD01-406A672A6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4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8074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0201-A2C8-40A2-BA3B-C321A5A3B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ZA" sz="6000" b="1" dirty="0"/>
              <a:t>Copyright Infringement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CCFE1-B50C-4632-BE92-2F2294F8D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53600" cy="4351338"/>
          </a:xfrm>
        </p:spPr>
        <p:txBody>
          <a:bodyPr>
            <a:normAutofit/>
          </a:bodyPr>
          <a:lstStyle/>
          <a:p>
            <a:r>
              <a:rPr lang="en-US" sz="4000" dirty="0"/>
              <a:t>Occurs when a copyright is violated without permission of the owner</a:t>
            </a:r>
            <a:endParaRPr lang="en-ZA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44FCD-D291-4C4A-A3E3-6C057D44C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82A56-0A03-4754-A468-349B6BEBA8B7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74645-105A-4244-950C-A879CC122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84998-C2FB-4647-A238-A8A744C9C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5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018646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C9864-5912-4F6C-B992-EB90E13D7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ZA" sz="6000" b="1" dirty="0"/>
              <a:t>Software Piracy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57980-AED4-4855-A927-E9CFEA592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558867" cy="4351338"/>
          </a:xfrm>
        </p:spPr>
        <p:txBody>
          <a:bodyPr>
            <a:normAutofit/>
          </a:bodyPr>
          <a:lstStyle/>
          <a:p>
            <a:r>
              <a:rPr lang="en-US" sz="4000" dirty="0"/>
              <a:t>Poses a unique problem because of the ease with which is done. </a:t>
            </a:r>
          </a:p>
          <a:p>
            <a:r>
              <a:rPr lang="en-US" sz="4000" dirty="0"/>
              <a:t> Its not good to borrow your friend’ Office CD for installation</a:t>
            </a:r>
            <a:endParaRPr lang="en-ZA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9E5FD-280D-4AB5-B18E-C032D96B5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E466F-673D-44EC-B887-2101771A8217}" type="datetime1">
              <a:rPr lang="en-ZA" smtClean="0"/>
              <a:t>2024/08/21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5D314-AB71-4023-A2F4-9C4731B97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ZA"/>
              <a:t>402111834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99D36-8EE8-4B64-ABB1-FC541FCBB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103DE-3426-4F4F-9F20-341400554F65}" type="slidenum">
              <a:rPr lang="en-ZA" smtClean="0"/>
              <a:t>6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9083745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Red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11</TotalTime>
  <Words>132</Words>
  <Application>Microsoft Office PowerPoint</Application>
  <PresentationFormat>Widescreen</PresentationFormat>
  <Paragraphs>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Britannic Bold</vt:lpstr>
      <vt:lpstr>Calibri</vt:lpstr>
      <vt:lpstr>Trebuchet MS</vt:lpstr>
      <vt:lpstr>Tw Cen MT</vt:lpstr>
      <vt:lpstr>Circuit</vt:lpstr>
      <vt:lpstr>Copyright and the Law</vt:lpstr>
      <vt:lpstr>Definition</vt:lpstr>
      <vt:lpstr>Exclusive Rights</vt:lpstr>
      <vt:lpstr>Conveying Limited Rights</vt:lpstr>
      <vt:lpstr>Copyright Infringement</vt:lpstr>
      <vt:lpstr>Software Piracy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Copyright and the Law</dc:title>
  <dc:creator>Zaiyaan Jattiem</dc:creator>
  <cp:lastModifiedBy>Zaiyaan Jattiem</cp:lastModifiedBy>
  <cp:revision>3</cp:revision>
  <dcterms:created xsi:type="dcterms:W3CDTF">2024-08-16T07:36:27Z</dcterms:created>
  <dcterms:modified xsi:type="dcterms:W3CDTF">2024-08-21T09:59:05Z</dcterms:modified>
</cp:coreProperties>
</file>