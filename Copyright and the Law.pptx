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91FDB-6414-4A98-839C-8C7A125089CF}" type="datetimeFigureOut">
              <a:rPr lang="en-ZA" smtClean="0"/>
              <a:t>2024/08/16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45FB7-2248-4D72-8CC9-AAF0C48E1D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876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247C17F-1B2B-4020-838A-B8D9EFDEF248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376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DBD6-EF84-432E-B2AE-26D023A66BB3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190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1715-241B-45AF-A01D-1089F06632BE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124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8E15-285B-4223-B36C-C1509A812676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977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740AB-BEC6-4E45-8FB0-EA112C3EB34C}" type="datetime1">
              <a:rPr lang="en-ZA" smtClean="0"/>
              <a:t>2024/08/16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599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F5880-17AF-4814-9881-132B92EA86ED}" type="datetime1">
              <a:rPr lang="en-ZA" smtClean="0"/>
              <a:t>2024/08/16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792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F7DEC-9855-4E16-BA62-246C645A8158}" type="datetime1">
              <a:rPr lang="en-ZA" smtClean="0"/>
              <a:t>2024/08/16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514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BC47-7E37-4ABC-B2C8-EC6D7C44472E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584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16BB8-0640-440B-86FD-709E13B257EF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062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3303D-C771-4706-8FFF-51ADDBA3D646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108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033F-6574-4B64-A3E4-86CCC4005311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5202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7A9B-B2E6-4279-8CD4-1C4967BB3364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3442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1B5-ED4F-4F28-934D-E8E9902CBBB6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9731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CA75-7EEA-4C8A-B8CA-C31F4F5B7374}" type="datetime1">
              <a:rPr lang="en-ZA" smtClean="0"/>
              <a:t>2024/08/16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12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3593-F026-47B8-B573-57742F7A97B2}" type="datetime1">
              <a:rPr lang="en-ZA" smtClean="0"/>
              <a:t>2024/08/16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882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81574-FA1B-418B-8AE1-C24AD0530085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7224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2EDAF-207B-4217-B5FF-8B20E7D4E105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566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D7BFF-B879-4D6B-ADF3-DA62E2CBB78E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/>
              <a:t>402111834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C2DCB-841B-4EC5-A52A-0E5B6541D6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3900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5C66-EFDF-4E0F-A1FB-BEDB86F07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Britannic Bold" panose="020B0903060703020204" pitchFamily="34" charset="0"/>
              </a:rPr>
              <a:t>Copyright and the Law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9B22C-146F-4816-BB67-FE15136916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ECD8-6AD7-45FD-9614-0E14493C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402111834</a:t>
            </a:r>
            <a:endParaRPr lang="en-Z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32E04-BE24-4569-A8CF-9EA2E8E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EF8B-FC2F-464E-8308-DB2DBAFDA686}" type="datetime1">
              <a:rPr lang="en-ZA" smtClean="0"/>
              <a:t>2024/08/16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DFC18-3D72-486B-AB46-23DE6FC1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408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D700-CE66-433D-9F60-7D873D1B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7830-744E-4A07-BDD8-A6F11D7E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 copyright provides to written or artistic 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Protected work may include: poetry, novels, songs</a:t>
            </a:r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3F8C1-8349-458B-8285-58480BFC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A20FB-CF8B-4BC3-B9DE-7983FCFDC218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C811F-F04B-408B-82D5-EAE8D4D4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F1ED-4FE2-4B00-813A-3AC4DC55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020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BCCC-EB3B-4424-84FD-C17677C8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Exclusive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B0DD-5B66-4261-A694-25D485226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copyright gives the author exclusive </a:t>
            </a:r>
            <a:r>
              <a:rPr lang="en-US" dirty="0" err="1"/>
              <a:t>rightsto</a:t>
            </a:r>
            <a:r>
              <a:rPr lang="en-US" dirty="0"/>
              <a:t> the use and duplication of work for a designated time</a:t>
            </a:r>
          </a:p>
          <a:p>
            <a:r>
              <a:rPr lang="en-US" dirty="0"/>
              <a:t>The Author may sell and or give up a </a:t>
            </a:r>
            <a:r>
              <a:rPr lang="en-US" dirty="0" err="1"/>
              <a:t>portionof</a:t>
            </a:r>
            <a:r>
              <a:rPr lang="en-US" dirty="0"/>
              <a:t> that right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56333-4DD2-4375-B57B-59772C8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5998-23EB-4594-BD57-2EAB33C6BAD8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6744D-010F-4FA6-B36F-7C12A1E2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A0D45-50A8-4BC9-8DB4-47844FD0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631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9137-E260-49BB-B612-DC969894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Conveying Limited Rights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BEE07-E459-4446-9F7F-A435FA7D8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developers convey limited rights to the software through – </a:t>
            </a:r>
            <a:r>
              <a:rPr lang="en-US" dirty="0" err="1"/>
              <a:t>EndUser</a:t>
            </a:r>
            <a:r>
              <a:rPr lang="en-US" dirty="0"/>
              <a:t> </a:t>
            </a:r>
            <a:r>
              <a:rPr lang="en-US" dirty="0" err="1"/>
              <a:t>Licence</a:t>
            </a:r>
            <a:r>
              <a:rPr lang="en-US" dirty="0"/>
              <a:t> Agreement</a:t>
            </a:r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F5DAC-3F80-4434-8386-35C90C71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C7E3-EA56-49D9-996D-27D0611CAA7B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F2342-0F22-4CA7-9893-C3E7DFAB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016F6-E630-4545-8794-7DF2ADBC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695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5966-2818-4D61-9D4E-8EB9B2A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Copyright Infringement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5BBF-11CF-47B9-A932-53A4A61C7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a copyright is </a:t>
            </a:r>
            <a:r>
              <a:rPr lang="en-US" dirty="0" err="1"/>
              <a:t>violatedwithout</a:t>
            </a:r>
            <a:r>
              <a:rPr lang="en-US" dirty="0"/>
              <a:t> permission of the owner</a:t>
            </a:r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22AA-F9C4-44A1-B3DD-AAA807F6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2022-3C8E-4FD1-8DF2-BB365478DE78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88F86-D5AA-4097-AB20-1C80FBE0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18D1B-7C51-45D7-8139-3F465393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437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95C7-F7B3-49BB-8225-70D6D9D8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Software Piracy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2619-CF60-457F-8F89-070265C1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Poses a unique problem because of the </a:t>
            </a:r>
            <a:r>
              <a:rPr lang="en-US" dirty="0" err="1"/>
              <a:t>easewith</a:t>
            </a:r>
            <a:r>
              <a:rPr lang="en-US" dirty="0"/>
              <a:t> which is done</a:t>
            </a:r>
          </a:p>
          <a:p>
            <a:r>
              <a:rPr lang="en-US" dirty="0"/>
              <a:t>Its not good to borrow your friend’ Office </a:t>
            </a:r>
            <a:r>
              <a:rPr lang="en-US" dirty="0" err="1"/>
              <a:t>CDfor</a:t>
            </a:r>
            <a:r>
              <a:rPr lang="en-US" dirty="0"/>
              <a:t> installation</a:t>
            </a:r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C1BA-10BD-4523-AD41-4BCD29557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2F319-159F-458F-920C-B26A4DE90C90}" type="datetime1">
              <a:rPr lang="en-ZA" smtClean="0"/>
              <a:t>2024/08/16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E51C4-9371-4599-B251-A55E4C0F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402111834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98FD-5288-44B4-8992-ACA26A58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DCB-841B-4EC5-A52A-0E5B6541D6E0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2576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</TotalTime>
  <Words>124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Britannic Bold</vt:lpstr>
      <vt:lpstr>Calibri</vt:lpstr>
      <vt:lpstr>Trebuchet MS</vt:lpstr>
      <vt:lpstr>Tw Cen MT</vt:lpstr>
      <vt:lpstr>Circuit</vt:lpstr>
      <vt:lpstr>Copyright and the Law</vt:lpstr>
      <vt:lpstr>Definition</vt:lpstr>
      <vt:lpstr>Exclusive Rights</vt:lpstr>
      <vt:lpstr>Conveying Limited Rights </vt:lpstr>
      <vt:lpstr>Copyright Infringement</vt:lpstr>
      <vt:lpstr>Software Piracy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Copyright and the Law</dc:title>
  <dc:creator>Zaiyaan Jattiem</dc:creator>
  <cp:lastModifiedBy>Zaiyaan Jattiem</cp:lastModifiedBy>
  <cp:revision>2</cp:revision>
  <dcterms:created xsi:type="dcterms:W3CDTF">2024-08-16T07:47:45Z</dcterms:created>
  <dcterms:modified xsi:type="dcterms:W3CDTF">2024-08-16T07:54:53Z</dcterms:modified>
</cp:coreProperties>
</file>